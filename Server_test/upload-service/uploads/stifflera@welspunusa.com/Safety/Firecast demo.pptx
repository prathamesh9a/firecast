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AAFC-F745-4E08-92E8-9CBE13C7F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2F90F-3297-4EDD-99E4-381D1849F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13DD2-8842-4260-A4C0-2E6130FE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054F7-4407-4430-8153-FF6255B2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FC987-7B22-412B-BEFF-12516ABF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74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5A1B-355D-4AAA-9E11-71DB129E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2EDAD-11C2-4475-A9AD-0A3DD9196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CAA80-C76F-4596-B41E-2BDA81154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C9131-3A9A-4CC2-A63C-D54EDCC6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8287C-AF4E-4E0B-BDE9-B28F0800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58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4468A-3400-491F-A5EC-9236C61CA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23E87-076B-4FDF-8A5D-625CD9BE2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764F6-966E-43AC-91E5-1BE1F06A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8C836-BF1D-4B35-9C2F-374EA9BA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7757B-4A59-4CF1-94DE-AF9A3AE9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234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90DB-1C00-4C6A-9A40-B237CD0C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F8EA0-39C6-4970-94CD-6201B23E9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0FD9B-26FC-4D0E-87E9-D6C2B0CD2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CC410-17E8-4B35-B066-02DA094B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E6FC0-C4C4-4C88-BF0C-1169D1D8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02FD3-D903-4AD5-8B10-18F38F0D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05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5703-3139-486B-BF4C-D92C184BC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D60B-1EA7-4D3C-99EF-823DCCAAA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0C8F1-D078-4BF2-BCF3-1F7706A61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9EF11-137E-40AF-863B-39F7F4DB4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E4093-34BC-414E-92EE-B14E0ECC8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4E408-6216-4C08-828B-EC5A392EE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8DCDE5-247A-4A80-BF61-AEC4F0AE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FDD2A-E555-4B90-A3B8-64410B6B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88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18BA-DE79-4A36-8BF4-3C9474E80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21B09-E21F-4D69-B66A-1CDAFF6E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72CBA0-DB4E-4A1B-A043-9681589D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19747-2FF5-4ADB-B032-15796076D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52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5D713-1960-4DAA-AF1D-EED8FD23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21C04B-5804-4D7E-AA91-FA570035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2BAAA-A2B9-4DD2-8614-F19FDBCC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34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A0CC-2BF6-4AFA-B522-60C53F815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13C44-A1AB-4048-BA1D-30357E5E8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E5D9C-4D75-4451-A546-B2FB7DD45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C3D56-2BDC-4574-ADDE-0BF438B90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779EA-3BC9-4ED7-96FA-14FB88EE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D8581-0C85-40E4-AC8C-FE33B891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76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D7CF9-2886-4314-8C0E-14B81D8ED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6149F5-96CC-4199-B4B7-D4AE4B9F9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66EAA-C5F1-4029-AB53-2650CD528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DBBC2-A88F-4174-96F3-0471EAD2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2E182-25D9-41D5-A593-ABD36382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F3BEC-2BB4-4B8D-9506-EC3B616A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950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B7749-6270-43B9-8E26-2871B2F3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643C0-84DA-478A-A4A5-497FA5FA4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A1A9B-0EEF-4809-B06E-583F3A397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8B71-C0E6-4791-83FD-28DF8FA72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9ECAB-E114-4934-B301-3455B962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74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B29FA5-7E88-4B24-AF9B-1CBBD47A4B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81E14-65A3-4F1C-831F-2DA62AD73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ABD91-3A62-4FE8-9FF4-06A1C21B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779FA-7E10-48BB-9485-F457EDED7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2C7BB-A54C-442C-BA17-BF5F5CA8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57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5DD5C9-1AF0-4DC2-9D89-E2C86C11A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766EA-AE79-464C-BB8A-014788305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081A6-123F-4389-9A95-0D23E05C6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FC861-A866-4F35-9C08-E73A7CE62C6A}" type="datetimeFigureOut">
              <a:rPr lang="en-IN" smtClean="0"/>
              <a:t>02-09-2025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44ADE-1940-4573-8612-19CB91E74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7FD87-91BF-4582-975A-95BA5A8A3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F397C-35B3-4532-86E1-806983B2C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111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A971AD-0401-4122-88ED-1F684C553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879"/>
            <a:ext cx="12192000" cy="637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80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2E765E-6762-4473-A188-622F44DCA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531"/>
            <a:ext cx="12192000" cy="63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0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034E87-13F5-483B-8BED-A278D3EC6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531"/>
            <a:ext cx="12192000" cy="63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9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569A3-DFCE-4B24-86CD-E48A15325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531"/>
            <a:ext cx="12192000" cy="63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4CF7C-A111-44AE-82DA-F2500DC40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531"/>
            <a:ext cx="12192000" cy="637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2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2025-09-02T12:32:32Z</dcterms:created>
  <dcterms:modified xsi:type="dcterms:W3CDTF">2025-09-02T12:33:51Z</dcterms:modified>
</cp:coreProperties>
</file>